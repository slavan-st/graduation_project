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33E8F31-2557-4A14-B6AE-3F85C249293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618" autoAdjust="0"/>
  </p:normalViewPr>
  <p:slideViewPr>
    <p:cSldViewPr snapToGrid="0">
      <p:cViewPr varScale="1">
        <p:scale>
          <a:sx n="85" d="100"/>
          <a:sy n="85" d="100"/>
        </p:scale>
        <p:origin x="15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7479D-C97A-4E1C-86BF-DF339B0D49DE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4F75B-EE6B-4F2C-8204-3B3A3C42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66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современном мире повсюду используются различные системы хранения и обработки информации, с помощью которых можно сэкономить время на поиск нужной информации.</a:t>
            </a:r>
          </a:p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 такие системы используются и обычных общежитиях.</a:t>
            </a:r>
          </a:p>
          <a:p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эффективного управления общежитием необходимо использовать современные технологии, такие как автоматизированные системы управления (АСУ), которые позволят значительно сократить время на поиск и сортировку информации по определенным критериям, а также автоматически составлять отчёты.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453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Актуальностью данной темы 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заключается в необходимости улучшения управления общежитиями с помощью современных технологий. Сотрудники ожидают удобства, эффективности и скорости обработки информации в общежитиях, например сбор рейтинга проживающих, а автоматизированная система управления может значительно улучшить поиск и обработку информации. Кроме того, кроссплатформенный подход позволит использовать систему на различных устройствах и операционных системах, что делает ее более доступной и удобной для пользователей. </a:t>
            </a: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914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 как ПО подобное расматриваемому является узкоспециализированным, то конкуренция на рынке очень слабая и большинстве существующее ПО является устаревшим. Но всё же есть и вполне новое программное обеспечение.</a:t>
            </a:r>
          </a:p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Например: «БИТ  Общежитие».</a:t>
            </a:r>
          </a:p>
          <a:p>
            <a:pPr indent="450215" algn="just">
              <a:lnSpc>
                <a:spcPct val="150000"/>
              </a:lnSpc>
              <a:spcAft>
                <a:spcPts val="100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«БИТ  Общежитие» представляет собой полнофункциональное решение для автоматизации учета в общежитии. Программа предназначена для ведения учета движения денежных средств при оказании услуг проживания общежитиями вузов.</a:t>
            </a:r>
          </a:p>
          <a:p>
            <a:pPr indent="450215" algn="just">
              <a:lnSpc>
                <a:spcPct val="150000"/>
              </a:lnSpc>
              <a:spcAft>
                <a:spcPts val="100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Главнвя особенность БИТ это направленность на ведения учета движения денежных средств.</a:t>
            </a:r>
          </a:p>
          <a:p>
            <a:pPr indent="450215" algn="just">
              <a:lnSpc>
                <a:spcPct val="150000"/>
              </a:lnSpc>
              <a:spcAft>
                <a:spcPts val="100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Больше из современных конкурентов найдено не было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275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Система  же, анализ и проектированиее которой провидится в данной работе, будет направлена на информацию о проживающих студентах(нарушения, личный рейтинг), работу общежития, а также на информирование студентов(мероприятия, важные новости и т.д.).</a:t>
            </a:r>
          </a:p>
          <a:p>
            <a:endParaRPr lang="ru-RU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01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1. для разрабоки базы данных был выбран </a:t>
            </a:r>
            <a:r>
              <a:rPr lang="en-US" dirty="0"/>
              <a:t>SQL Server </a:t>
            </a:r>
            <a:r>
              <a:rPr lang="ru-RU" dirty="0"/>
              <a:t>и </a:t>
            </a:r>
            <a:r>
              <a:rPr lang="en-US" dirty="0"/>
              <a:t>SSMS</a:t>
            </a:r>
            <a:endParaRPr lang="ru-RU" dirty="0"/>
          </a:p>
          <a:p>
            <a:r>
              <a:rPr lang="ru-RU" dirty="0"/>
              <a:t>2. для разработки приложения: </a:t>
            </a:r>
            <a:r>
              <a:rPr lang="en-US" dirty="0"/>
              <a:t>C#, </a:t>
            </a:r>
            <a:r>
              <a:rPr lang="ru-RU" dirty="0"/>
              <a:t>фреймворк </a:t>
            </a:r>
            <a:r>
              <a:rPr lang="en-US" dirty="0"/>
              <a:t>Avalonia</a:t>
            </a: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393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ERD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Базы данных</a:t>
            </a:r>
          </a:p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 у пользователя будут роли: простой пользователь, администратор, гость. Это позволит сделать разграничение функционала, чтобы пользователь не мог удалять/добавлять данные, так как это будет возможность администратора.</a:t>
            </a:r>
          </a:p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 студентах будет храниться общая информация: ФИО, номер комнаты(в данном случае вся комната).</a:t>
            </a:r>
          </a:p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Основная таблица в данном приложение будет «Журнал посещаемости», каждое поле которого будет содержать некоторую информацию: студент, комнату, маркер, дату проведенной проверки.</a:t>
            </a:r>
          </a:p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Маркеры – вспомогательная таблица для основной, в которой будет содержаться символ маркера, а также его небольшое описание.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581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Есть пользователь , он может совершать какие-либо действия и получать в зависимости от этих действий какие-либо данные из базы данных приложения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034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 существует несколько ролей пользователей: гость, администратор, обычный пользователь</a:t>
            </a:r>
          </a:p>
          <a:p>
            <a:r>
              <a:rPr lang="ru-RU" dirty="0"/>
              <a:t>Все могут просматривать явку и авторизироваться</a:t>
            </a:r>
          </a:p>
          <a:p>
            <a:r>
              <a:rPr lang="ru-RU" dirty="0"/>
              <a:t>Администратор помимо этого также может работать с данными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774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 деятельности системы, полностью показывает последовательность действий.</a:t>
            </a:r>
          </a:p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 пользователь для того чтобы войти в приложение должен: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ввести логин и пароль;</a:t>
            </a: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нажать на кнопку «Войти»</a:t>
            </a:r>
          </a:p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нажатии на кнопку, программа проводит первичную проверку введенных данных. После проверки программа отправляет запрос серверу на выбрку данных, в данном случае это поиск подходящего пользователя, по логину и паролю, сервер ищет данного пользователя, если искомый пользователь не найден, то программа отправляет пользователю сообщение об ошибки поиска.</a:t>
            </a:r>
          </a:p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же пользователь найден, то прогрмма запрашивает данные у сервера. Далее прогрмма сортирует и обрабатывает полученные у сервера в  таблицу, после чего происходит переход на страницу просмотра журнала. Далее пользователь может или вернуться на страницу авторизации или перейти к добавлению нового отчёта.</a:t>
            </a:r>
          </a:p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странице добавления нового отчёта, пользователь может изменить отметки за текущий день(не ранее, не позже).</a:t>
            </a:r>
          </a:p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нажатии на кнопку «Назад», происходит сохранение изменений, а также переход на страницу просмотра журнала.</a:t>
            </a:r>
          </a:p>
          <a:p>
            <a:pPr indent="450215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Тут пользователь может перейти к странице авторизации, а далее выйти. Так завершается выполенние программы.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269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Создание красивого и интуитивно понятного интерфейса программы имеет большое значение, так как это делает использование приложения более удобным и приятным для пользователей. 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работе был создан прототип приложения, в котором содержится несколько основных функций и страниц системы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Первая страница – авторизация. В ней присутствует несколько полей для ввода: логин, пароль. А также Кнопки: скрыть/показать пароль, войти, выйти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948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Вторая страница – основная, просмотр журнала посещаемости.</a:t>
            </a:r>
          </a:p>
          <a:p>
            <a:r>
              <a:rPr lang="ru-RU" dirty="0"/>
              <a:t>На данной странице присутствует основной вывод данных из базы данных приложения, с возможностья сортировки по дате.</a:t>
            </a:r>
          </a:p>
          <a:p>
            <a:r>
              <a:rPr lang="ru-RU" dirty="0"/>
              <a:t>Также можно перейти на страницу добавления нового отчета или вернуться к авторизации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279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странице добавления отчета есть возможность выбора определенного маркера, который определяет информацию</a:t>
            </a:r>
          </a:p>
          <a:p>
            <a:r>
              <a:rPr lang="ru-RU"/>
              <a:t>Также можно перейти обратно на страницу просмотра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804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результате выполнения курсовой работы были достигнуты поставленные цели и задачи.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4F75B-EE6B-4F2C-8204-3B3A3C42381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637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770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832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183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34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499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49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98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9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92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141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544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7279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436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4737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749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245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34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18339-40E7-4C84-BC20-89A8B4DD9083}" type="datetimeFigureOut">
              <a:rPr lang="ru-RU" smtClean="0"/>
              <a:t>16.12.2023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C2FCC-FEFD-429F-A27D-6015F9ABC4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3AF9-A201-4E78-A30D-4061D766E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2676" y="846667"/>
            <a:ext cx="9144000" cy="326697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Анализ кросплатформенной информационной системы общежития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DA743-9ED3-4011-88D4-FFCE310A7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3419" y="4113645"/>
            <a:ext cx="3545150" cy="2265596"/>
          </a:xfrm>
        </p:spPr>
        <p:txBody>
          <a:bodyPr/>
          <a:lstStyle/>
          <a:p>
            <a:pPr algn="l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Студент группы ИС-2011</a:t>
            </a:r>
          </a:p>
          <a:p>
            <a:pPr algn="l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Струщенко В.П.</a:t>
            </a:r>
          </a:p>
        </p:txBody>
      </p:sp>
    </p:spTree>
    <p:extLst>
      <p:ext uri="{BB962C8B-B14F-4D97-AF65-F5344CB8AC3E}">
        <p14:creationId xmlns:p14="http://schemas.microsoft.com/office/powerpoint/2010/main" val="627344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2B36-4222-474F-A92A-F1A397FA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Введение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2B598-C7C4-416B-8676-10BF2CD80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3045" y="1946206"/>
            <a:ext cx="8610600" cy="3675662"/>
          </a:xfrm>
        </p:spPr>
        <p:txBody>
          <a:bodyPr/>
          <a:lstStyle/>
          <a:p>
            <a:pPr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 современном мире повсюду используются различные системы хранения и обработки информации, с помощью которых можно сэкономить время на поиск нужной информации.Так такие системы используются и обычных общежитиях.</a:t>
            </a:r>
          </a:p>
          <a:p>
            <a:pPr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Для эффективного управления общежитием необходимо использовать современные технологии, такие как автоматизированные системы управления (АСУ).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532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5A9F7-2710-4B3B-879B-93270070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F4752-ACEE-4D09-9E8D-013873B15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Актуальностью данной темы </a:t>
            </a: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заключается в необходимости улучшения управления общежитиями с помощью современных технологий. Сотрудники ожидают удобства, эффективности и скорости обработки информации в общежитиях, например сбор рейтинга проживающих, а автоматизированная система управления может значительно улучшить поиск и обработку информации. Кроме того, кроссплатформенный подход позволяет использовать систему на различных устройствах и операционных системах, что делает ее более доступной и удобной для пользователей.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278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04060-036E-4979-B4F6-210E4CFA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5FA0D-E2B0-421F-814C-9766BE276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8288867" cy="4024125"/>
          </a:xfrm>
        </p:spPr>
        <p:txBody>
          <a:bodyPr/>
          <a:lstStyle/>
          <a:p>
            <a:pPr marL="0" indent="0">
              <a:buNone/>
            </a:pPr>
            <a:r>
              <a:rPr lang="ru-RU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Целью работы </a:t>
            </a: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является изучение и анализ системы управления общежитиями с целью определения ее эффективности, удобства использования. </a:t>
            </a:r>
          </a:p>
          <a:p>
            <a:pPr marL="0" indent="0">
              <a:buNone/>
            </a:pPr>
            <a:r>
              <a:rPr lang="ru-RU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Задачи:</a:t>
            </a:r>
            <a:endParaRPr lang="ru-RU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Проектирование системы общежития;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Изучение и выбор средств разработки системы;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Создание базы данных приложения;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Создание прототипа приложения.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22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7FA9-40D6-46A2-9175-391805E0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Анализ конкурентов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16D06-8491-4646-9599-EA513BABD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Так как ПО подобное расматриваемому является узкоспециализированным, то конкуренция на рынке очень слабая и большинстве существующее ПО является устаревшим. Но всё же есть и вполне новое программное обеспечение.</a:t>
            </a:r>
          </a:p>
          <a:p>
            <a:pPr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Например: «БИТ  Общежитие».</a:t>
            </a:r>
          </a:p>
          <a:p>
            <a:pPr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«БИТ  Общежитие» представляет собой полнофункциональное решение для автоматизации учета в общежитии. Программа предназначена для ведения учета движения денежных средств при оказании услуг проживания общежитиями вузов.</a:t>
            </a:r>
          </a:p>
        </p:txBody>
      </p:sp>
    </p:spTree>
    <p:extLst>
      <p:ext uri="{BB962C8B-B14F-4D97-AF65-F5344CB8AC3E}">
        <p14:creationId xmlns:p14="http://schemas.microsoft.com/office/powerpoint/2010/main" val="2366066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67CD-53E6-4AFD-84FF-8DD30931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Описание программы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A460B-4015-423A-B411-C5796CFDE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Система  же, анализ и проектированиее которой провидится в данной работе, будет направлена на информацию о проживающих студентах(нарушения, личный рейтинг), работу общежития, а также на информирование студентов(мероприятия, важные новости и т.д.).</a:t>
            </a:r>
          </a:p>
          <a:p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698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00DA-B6F7-480D-8758-D7C01424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Анализ и выбор программных средств для разработки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FC678-A39D-4F67-8378-8F4A8F2EA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1. для разрабоки базы данных был выбран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Server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SSMS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2. для разработки приложения: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C#,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фреймворк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Avalonia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34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7735-A432-42F1-B76B-C929BA0AD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 системы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C86D0-49B6-4AD4-9FE5-68FDB464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База данных будет состоять из нескольких таблиц:</a:t>
            </a:r>
            <a:endParaRPr lang="ru-RU" sz="1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285750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Комнаты;</a:t>
            </a:r>
          </a:p>
          <a:p>
            <a:pPr marL="514350" indent="-285750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Студенты;</a:t>
            </a:r>
          </a:p>
          <a:p>
            <a:pPr marL="514350" indent="-285750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Роли;</a:t>
            </a:r>
          </a:p>
          <a:p>
            <a:pPr marL="514350" indent="-285750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Пользователи;</a:t>
            </a:r>
          </a:p>
          <a:p>
            <a:pPr marL="514350" indent="-285750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Маркеры(метки для журнала);</a:t>
            </a:r>
          </a:p>
          <a:p>
            <a:pPr marL="514350" indent="-285750">
              <a:lnSpc>
                <a:spcPct val="150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«Логи журнала посещаемости»</a:t>
            </a:r>
          </a:p>
        </p:txBody>
      </p:sp>
    </p:spTree>
    <p:extLst>
      <p:ext uri="{BB962C8B-B14F-4D97-AF65-F5344CB8AC3E}">
        <p14:creationId xmlns:p14="http://schemas.microsoft.com/office/powerpoint/2010/main" val="161686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4D4582-1B81-4A08-9D16-AF902AD34B5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85244" y="637457"/>
            <a:ext cx="9049085" cy="57999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3372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1EF9-96EC-4839-A57D-D62D28192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концепция работы приложения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403F5D-00D4-4148-BC02-DAF15323EF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59024" y="2737750"/>
            <a:ext cx="8971625" cy="20628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27829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4D7AEF6-2003-4C6E-9583-0F1370A76D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420302" y="547862"/>
            <a:ext cx="7577173" cy="526556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16246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35A99D-3E05-4B0B-8459-B0A0757B826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65697" y="178081"/>
            <a:ext cx="7660605" cy="63284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09456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69D3A-BE9A-4485-8D9A-C705D787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графического интерфейса приложения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9ACBE-510A-4457-A514-163834CFCDC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65573" y="2215840"/>
            <a:ext cx="8368560" cy="42369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35931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1E9F3A-4C5B-4D66-9411-17A48E91BA3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902356" y="1307713"/>
            <a:ext cx="9561331" cy="50479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07804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3D2FE0-EE92-4B71-A5D5-EC5893356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22" y="900551"/>
            <a:ext cx="10803467" cy="556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11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BDD3-664D-4F99-930C-4A090BA5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23B35-8476-4295-937B-583312B0A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результате проведенного анализа был разработан прототип кроссплатформенной автоматизированной системы управления общежитием с использованием C#, Avalonia и .NET.</a:t>
            </a:r>
          </a:p>
          <a:p>
            <a:pPr marL="0" indent="0">
              <a:buNone/>
            </a:pPr>
            <a:r>
              <a:rPr lang="ru-RU" dirty="0"/>
              <a:t>Достигнутые задачи:</a:t>
            </a:r>
          </a:p>
          <a:p>
            <a:r>
              <a:rPr lang="ru-RU" dirty="0"/>
              <a:t>Изучение и выбор средств разработки системы;</a:t>
            </a:r>
          </a:p>
          <a:p>
            <a:r>
              <a:rPr lang="ru-RU" dirty="0"/>
              <a:t>Проектирование системы общежития</a:t>
            </a:r>
          </a:p>
          <a:p>
            <a:r>
              <a:rPr lang="ru-RU" dirty="0"/>
              <a:t>Создание базы данных приложения</a:t>
            </a:r>
          </a:p>
          <a:p>
            <a:r>
              <a:rPr lang="ru-RU" dirty="0"/>
              <a:t>Создание прототипа приложения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880342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406</TotalTime>
  <Words>1173</Words>
  <Application>Microsoft Office PowerPoint</Application>
  <PresentationFormat>Widescreen</PresentationFormat>
  <Paragraphs>95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Vapor Trail</vt:lpstr>
      <vt:lpstr>Анализ кросплатформенной информационной системы общежития</vt:lpstr>
      <vt:lpstr>Введение</vt:lpstr>
      <vt:lpstr>Актуальность</vt:lpstr>
      <vt:lpstr>Цель</vt:lpstr>
      <vt:lpstr>Анализ конкурентов</vt:lpstr>
      <vt:lpstr>Описание программы</vt:lpstr>
      <vt:lpstr>Анализ и выбор программных средств для разработки</vt:lpstr>
      <vt:lpstr>Проектирование базы данных системы</vt:lpstr>
      <vt:lpstr>PowerPoint Presentation</vt:lpstr>
      <vt:lpstr>Общая концепция работы приложения</vt:lpstr>
      <vt:lpstr>PowerPoint Presentation</vt:lpstr>
      <vt:lpstr>PowerPoint Presentation</vt:lpstr>
      <vt:lpstr>Разработка графического интерфейса приложения</vt:lpstr>
      <vt:lpstr>PowerPoint Presentation</vt:lpstr>
      <vt:lpstr>PowerPoint Presentation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кросплатформенной информационной системы общежития</dc:title>
  <dc:creator>User</dc:creator>
  <cp:lastModifiedBy>User</cp:lastModifiedBy>
  <cp:revision>18</cp:revision>
  <dcterms:created xsi:type="dcterms:W3CDTF">2023-12-16T05:44:37Z</dcterms:created>
  <dcterms:modified xsi:type="dcterms:W3CDTF">2023-12-16T12:31:19Z</dcterms:modified>
</cp:coreProperties>
</file>