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47" d="100"/>
          <a:sy n="47" d="100"/>
        </p:scale>
        <p:origin x="53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266FE-AF57-4D4E-926C-008A80081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970071-A056-46E3-87ED-64B9AD64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D27DC3-7E29-4FB5-B072-395087C6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CD0F55-79A0-4CA2-99F2-1FB882F1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74D6D2-099E-429F-9527-998B2EB81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44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7A6B0A-2B28-4430-B2C5-361AFA9B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FE74F8-DDBE-4AF2-8C2C-E0BEC2DD7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006794-C931-4505-8243-474E060C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DB3C6D-0D84-4703-A0B8-6E6CB181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DB91B5-AF73-4487-B6B8-A1672151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288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BC019-6F90-4323-9B28-D271CA056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3F2DC7-FE84-4B7A-BFC2-DC7C0A665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DDE304-EC22-4D7E-868D-28591A0D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B087AE-F1E5-4A3F-9F89-0468A3A6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A855CB-A345-474B-9E5A-81B2D18A0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868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C6E38-F235-4312-B949-B21FC13B0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E8AEE7-A3BD-4B74-B45D-D8E987978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697786-EDDA-4331-AEF5-0A2D401E6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A22A3D-8791-4E62-BDDB-A499172E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E7D115-0B03-40FC-BB5E-36DA781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0C3C45-5BA4-4C00-A5C7-A885AB85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16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0A0F8-DF00-464A-86E7-06D139F3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705DBE-5400-4D96-A8B0-3B273DB1D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251937-4B48-460F-A4F0-461908CF8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34C059-89D7-4371-B2A6-7021B842E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BD47BE-FCF8-46EF-9477-D451E6205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9C52789-FB76-4BA6-94AE-D039F4D1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189107-E7F6-48C3-A3A3-560C3E853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B8B123A-2796-4C6B-9008-0E28009E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64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85A47-CE96-425D-B61C-478634A8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465481-A56F-4723-BC78-BA139E22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184BC5-5D01-4C83-8621-D184F857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B25B18-6234-446A-A3ED-947D48EEA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632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D7448DC-5268-4007-9405-B7F5B32D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9F3B156-39D4-4F7D-9799-4D801223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EA6C9B-4B54-49F1-B550-FB74AB08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35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72148-6FCD-425B-873C-ABA434913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7937FE-10F1-400A-9452-31DE411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3C1DED-702B-4A81-9D5C-534D0A159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DF7836-A0AE-4E39-9870-5C208AAF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615808-AC69-4CA3-A99E-C6D16A83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55CC9F-FE6E-4413-9C90-79913A4E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883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7D155-9E8C-47E1-9B8E-30D118523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21F8270-5447-4D22-A9B4-54B1587526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076A9D-7DC2-4DE4-AEE7-5F671C8D9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5F5AF6-10AE-4750-B127-A611BD38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F0ED21-FB1A-46A5-B488-DEF8A929E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302628-8765-407C-ADBB-79C8E801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588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B2E51-F3C2-417F-B5AD-AAB7A005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146385-53B8-42B6-A0E8-B1BE44990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1A37EF-416A-4C25-8B45-11012F88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4FD2A0-E773-4012-B694-C859C9EB7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164FFA-00C8-4D90-AD9D-C84CEEE6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257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CCE8EEC-E5BB-46FE-875F-BE4EF0EA4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B54064-AA10-40B7-B630-55D6E0F3D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3BC372-86F4-4A5B-8C5B-9256C015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751607-DBBB-4564-ACDC-C44E1B3E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ACA4BA-9FFB-4AAC-9BE4-FDBB236A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651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7D987-A0DE-43AF-84AE-22BF4424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560F1D-8DCB-484D-A00D-EA91F9714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14AB35-5200-46B0-84EA-E805FB6A2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ED782-F8EF-4289-ACD9-FE399E255DC0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B35060-6117-4145-93C4-2FB4141E6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3D1177-55A8-4508-B5F6-9A306D386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13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B89EF-6B99-4C70-9803-AC47E43BF5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BA87A2-6994-4E25-A4E2-4B3DE3D76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AE84BA-5D38-45BE-8155-2616A2D04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28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21351F-7FA2-40B4-A27B-BE9F619E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CB97ED1-A7F4-4570-BF89-1DE92986D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54720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5A2CC3-4554-4EE7-B6E1-97D9CF900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4BB51BB-33F2-4A7D-89C4-BF29AA7E4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274623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26F5D-9DC5-4D7B-80CB-1DE1D5B9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32AEBC9-E657-4121-AE3A-3541E7E9A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777271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19F4D1-F572-49B5-9ACF-BE1B8CE7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2EB8E7C-509A-4ED0-ABFC-13C6767F2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373904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D5446-9853-4CF1-BD80-948907DE0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347B5BD-0E87-40D4-AF93-46784DB5F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0134"/>
          </a:xfrm>
        </p:spPr>
      </p:pic>
    </p:spTree>
    <p:extLst>
      <p:ext uri="{BB962C8B-B14F-4D97-AF65-F5344CB8AC3E}">
        <p14:creationId xmlns:p14="http://schemas.microsoft.com/office/powerpoint/2010/main" val="724881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16BFB-D3C4-4663-8C73-52BA4019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4585ED8-FC1B-4623-AC60-4ABE557B9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3588136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058737-3848-47E3-82C8-CB87FC7E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D7CB23A-B5E7-453E-ABF6-52D21C804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45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2021922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DB00B-7C47-4803-A6B6-48AFF06F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A787067-FE5F-404C-A4E1-07E3C9B89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344859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DBD358-33C0-4F49-84B7-4A702EBE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35FB780-818C-4D91-9F25-2A303A956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3994065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F8AB5-82C6-4EAF-9200-33F1C9647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C367699-4C71-4DEF-BB69-16F0FBC26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1958184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52977-8DA7-4674-B90F-9C78FA04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F9A9C47-D3B2-40B9-8D59-F63033334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2031640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0F306-305B-4B08-8C0C-6FDB8A08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679A1AE-69FD-4526-A2BA-D6E104008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</p:spPr>
      </p:pic>
    </p:spTree>
    <p:extLst>
      <p:ext uri="{BB962C8B-B14F-4D97-AF65-F5344CB8AC3E}">
        <p14:creationId xmlns:p14="http://schemas.microsoft.com/office/powerpoint/2010/main" val="2343918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F40972-3483-428D-853B-F3AD6A875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69B7513-FDA6-43CE-A4FE-2AB9B115C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4848741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Евгения Здерева</dc:creator>
  <cp:lastModifiedBy>Евгения Здерева</cp:lastModifiedBy>
  <cp:revision>1</cp:revision>
  <dcterms:created xsi:type="dcterms:W3CDTF">2024-05-19T09:32:37Z</dcterms:created>
  <dcterms:modified xsi:type="dcterms:W3CDTF">2024-05-19T09:32:48Z</dcterms:modified>
</cp:coreProperties>
</file>