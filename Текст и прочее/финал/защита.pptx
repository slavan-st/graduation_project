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88" r:id="rId3"/>
    <p:sldId id="289" r:id="rId4"/>
    <p:sldId id="257" r:id="rId5"/>
    <p:sldId id="258" r:id="rId6"/>
    <p:sldId id="259" r:id="rId7"/>
    <p:sldId id="263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70" r:id="rId16"/>
    <p:sldId id="285" r:id="rId17"/>
    <p:sldId id="291" r:id="rId18"/>
    <p:sldId id="293" r:id="rId19"/>
    <p:sldId id="273" r:id="rId20"/>
    <p:sldId id="286" r:id="rId21"/>
    <p:sldId id="292" r:id="rId22"/>
    <p:sldId id="290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ED222-0931-4A34-83C7-A078245174DF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874A44-50AF-492D-B9A6-6064117220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086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AE70B-C429-478D-AFD7-12D0346AE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81AC75-3C2C-4F24-9DC6-AF0F43951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B5F797-789C-4B25-AC4B-BD2A900FA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297E-3CDA-4A4B-8F4A-FD533E04D08F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9A863F-0EA9-45FE-B2FF-C6C963BE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C904C4-4FEC-49B8-AE78-968664D9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0161-F908-43AB-B334-A4216832E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20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3C7CA-C636-4CD9-AF46-1FE117AB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AC400E-A89A-43D1-9598-719087056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FDA1D7-362C-47D8-A752-0902FD9F3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297E-3CDA-4A4B-8F4A-FD533E04D08F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870728-3778-4B4E-9706-F379083E3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BD1150-6488-4181-BCF5-67E45A88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0161-F908-43AB-B334-A4216832E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4911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CB8766-E4E9-41CC-BB02-EB995FB70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07EEA2-13F6-48A3-A656-FD72F06D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BAB656-5F05-4405-ABF3-5D848E17A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297E-3CDA-4A4B-8F4A-FD533E04D08F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1EFF77-4D6D-472A-84B6-614C97E98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312834-D114-4289-A0D6-9E7C6286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0161-F908-43AB-B334-A4216832E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202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BF37C-F0BF-45E7-B4BF-EC5F246D4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D2B95F-0795-4D8D-9E25-01E9E70C0F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1A837B-C257-40F3-8EEE-8377F8CF4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F6F82B-1230-458A-A55F-C98BC6CA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297E-3CDA-4A4B-8F4A-FD533E04D08F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368CFF-BC6E-45D0-B7A0-D4021F872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A3CA58-FB86-4302-BF3E-87AA14A3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0161-F908-43AB-B334-A4216832E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66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4DA60A-E8CF-4D87-BFBB-42371BCCE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9B593F-9F74-48A3-A701-84AF4AF5B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A57824-C2E4-4DAF-BCB8-73A29085F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EEA0466-FA4C-456B-8F80-1ED3DBA3C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10540C2-FF32-4567-B5B2-A65B003AA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0D1EDBA-DCED-40A1-A921-97F42690D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297E-3CDA-4A4B-8F4A-FD533E04D08F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657F4ED-E917-42F2-989C-ECB399B4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5982572-702A-4BE6-A883-B3C8A40E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0161-F908-43AB-B334-A4216832E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191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285F34-2468-4B18-B58D-2ECF6C90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3495A6F-9328-4A4E-9FC3-5504E7FCC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297E-3CDA-4A4B-8F4A-FD533E04D08F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8E59538-0811-4F41-8BB0-F40E757D7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FE53E6-BEB4-464B-BD6C-C1D254637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0161-F908-43AB-B334-A4216832E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727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C7AA73A-EE25-42F6-8887-4F78C435A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297E-3CDA-4A4B-8F4A-FD533E04D08F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64D1C-9EF3-4C41-B1A8-629AD44DB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33237E-D589-49B5-9DA7-6CACCA4A7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0161-F908-43AB-B334-A4216832E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711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6316EA-4CF6-4A31-860E-28EEE28D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FFF6CE-1396-4FBD-ADAD-16D1E3211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7A123C-3F4B-4CC5-B4F4-0D50AD679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31B40D-FDB9-4D6E-BE75-56FF1A67E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297E-3CDA-4A4B-8F4A-FD533E04D08F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4F0E08-BE17-4FE6-BA6A-919672676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50E04A-5185-417F-88D9-60519B4E7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0161-F908-43AB-B334-A4216832E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157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77C267-75DF-4DD6-BE0D-DBFF315E7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FB4928A-8687-404C-8681-54BC43D2D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36C12A-FF26-4386-B612-70AFEF455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CCEDCA-0ED8-44B7-80FC-E0FB8B973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297E-3CDA-4A4B-8F4A-FD533E04D08F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C54E19-69B0-4C51-99FD-BCE48FCD9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F126D1-D719-48F1-9E9F-ED2EB1A8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0161-F908-43AB-B334-A4216832E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157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BD824-3159-4A2A-B990-8C0B1FDF6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55F5D2B-4D37-46E6-B969-C54F56E8D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2D535D-708F-4FCD-8B7C-C941E289E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297E-3CDA-4A4B-8F4A-FD533E04D08F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008547-068E-41DC-822F-7088AA6BF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C23875-6C25-4845-89B4-6A79E5485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0161-F908-43AB-B334-A4216832E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292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198F7AF-2793-4921-9A55-EFA532AC5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DFA47A0-D1AA-45D6-9ED3-015273BD4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49B448-6760-4FA6-87EF-582FE9977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297E-3CDA-4A4B-8F4A-FD533E04D08F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6D798F-C294-439F-8233-320505CB4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96A0E2-4809-4EE3-8930-792C540B7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0161-F908-43AB-B334-A4216832E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97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1E83F1-A695-4A93-A8E7-1716048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C5584D-EB70-4755-9EAC-067C9F948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C7621A-C72E-4A44-9634-BDB1E89880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B297E-3CDA-4A4B-8F4A-FD533E04D08F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C80396-91A2-4E82-AEAA-8DB71E792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2FFE01-F811-4F85-B417-2EB0E2024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D0161-F908-43AB-B334-A4216832E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105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2260B7-4618-44E2-9D77-C989159A11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CAE789-36A6-4DEF-B556-70C351B43B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03926B-7917-47C7-A18B-B2E9A5071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25"/>
            <a:ext cx="12205764" cy="685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82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F015DC-3044-4BB8-B045-444037E9E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541AA9-EFA6-43A9-989C-F49D0BBD2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CE880D-E238-4472-BC0B-836C9C8D4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612" y="0"/>
            <a:ext cx="1231322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24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44377-36BA-4E11-94FE-162907E51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5A795E-CC0F-4A49-AB9D-9C9287A00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37D2DD-95DA-4ABA-B9DB-F1B274400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49" y="0"/>
            <a:ext cx="122154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910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6BC65-BAB1-43DE-8C79-47AB519E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7947D-FEA6-4D9A-8AC6-C31FBFAF9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7F9115-4542-413A-B9A7-D36B636FE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" y="0"/>
            <a:ext cx="12191445" cy="685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05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E34032-4D1B-4B6F-9B36-5169683B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975DCE-F81C-4559-AEC0-B4C88D096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83BC62-C552-463C-88CC-710D4A8F7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118" y="0"/>
            <a:ext cx="1228223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2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66CAA-9D8D-4F38-80D1-9CCF1688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C1CA41-DEA3-47D3-A61A-FB7274F12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FCD58E-D862-47D8-B466-D0AEC7052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118" y="0"/>
            <a:ext cx="1228223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36CC88-65C9-4493-87DE-6B2C9F193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15E9F9-2FCD-4E47-9F7C-FCC9375DC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786722-F0BB-405D-A31D-36269B90E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277" y="0"/>
            <a:ext cx="123845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367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63826-1A33-4E72-A01A-DA3EE9A78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60154C-4522-4761-81D8-F8336CAE7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8E1629-CA97-471F-AAC8-818D05FA8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692"/>
            <a:ext cx="12192000" cy="688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76A77-A88D-497C-8055-A580E86DD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1E9B6B-F0B6-4C88-BD0F-5977FC097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51DFC1-4580-48E7-844E-32F9E77B8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197" y="0"/>
            <a:ext cx="123663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8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092E5-1B65-4891-9AC6-B71BA54B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5EFFD-0591-46CC-85B3-ECBB16E96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110003CF-2885-4CDC-8014-D8D17DB82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6268"/>
            <a:ext cx="12256475" cy="689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1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F3EE8C-808B-4A97-92A0-9D874A1E1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69F6F9-28E1-4183-A250-EEC4CB6C8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2373D622-B248-4986-8401-7AD7F874B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93"/>
            <a:ext cx="12193585" cy="685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26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62DA5-0727-4BD4-ADA3-63D9687CE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9439B5-62C2-44A8-9D85-E056FE281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4CED2C4B-E4C9-4F95-BDE6-604DC2980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2190413" cy="685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5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C86A9C-1EA5-4056-AE78-2A71355B7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367D5-865F-4AB4-8313-025CC9210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AE26DF51-B9F0-40BC-A55A-638356CAC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17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F3758A-DE47-468F-9DD1-E88C1920C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FB2D27-F1B0-4A99-A4AE-9C2F0B9C6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0856157E-D97C-4891-9773-C8D44DECA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21919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4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9950F1-7F08-401C-BBFE-6B389F5EE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70EF7D-114A-451A-BD61-2E4957ED2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DE52C6-3FA1-485B-AC36-AE34B67B6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362" y="0"/>
            <a:ext cx="123087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3CDA4-F41E-4929-914A-6DA85DC98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71583A-63E2-4341-989B-644AF54DA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D97DF4-42F2-4617-B225-CD6ED40D5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092" y="0"/>
            <a:ext cx="1226218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08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1CE84B-E803-4129-A92D-7911F95B1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960109-BD95-4D31-BF17-30BEFD9E8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AC9251-D8BD-4C99-8CAE-3D2E5705C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795" y="0"/>
            <a:ext cx="122295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482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A039BD-35A7-48AE-963B-60BEE100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7BBEC7-C160-444A-AEBD-880014862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B7CE11-DB07-467C-9F20-38CE04A48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314" y="0"/>
            <a:ext cx="123226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82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7F3C04-8AA9-4BC8-9FB8-7CDB14544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19DA0E-4D7E-480C-9A09-E1EDF798B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02664D-989B-45F4-8B58-3B27931F0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69" y="0"/>
            <a:ext cx="12216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692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76B31-37DB-41A5-A4A9-A5430951D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83F7AF-7A20-4938-9960-AF07D2160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B451A4-421B-403B-83E4-7616B37C3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" y="0"/>
            <a:ext cx="121797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48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74A813-5DCB-4A3D-A521-42698E9A6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C55C7A-546C-44C8-9D74-8ADB5437E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406985-BDC2-44A6-9C26-919944C79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687" y="0"/>
            <a:ext cx="122893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47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ACE11-F2DA-4577-A46C-AB11A92FC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513AC6-CCF8-4B5E-B741-DE59C938E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83A094-A2A3-4502-A1DD-C1FF53E1A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270" y="0"/>
            <a:ext cx="122765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87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0</Words>
  <Application>Microsoft Office PowerPoint</Application>
  <PresentationFormat>Широкоэкранный</PresentationFormat>
  <Paragraphs>0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Евгения Здерева</dc:creator>
  <cp:lastModifiedBy>Евгения Здерева</cp:lastModifiedBy>
  <cp:revision>17</cp:revision>
  <dcterms:created xsi:type="dcterms:W3CDTF">2024-06-25T14:40:03Z</dcterms:created>
  <dcterms:modified xsi:type="dcterms:W3CDTF">2024-06-26T18:08:26Z</dcterms:modified>
</cp:coreProperties>
</file>